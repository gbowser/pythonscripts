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8a164911584f43" /><Relationship Type="http://schemas.openxmlformats.org/officeDocument/2006/relationships/extended-properties" Target="/docProps/app.xml" Id="R449e9ec733ef4e84" /><Relationship Type="http://schemas.openxmlformats.org/officeDocument/2006/relationships/officeDocument" Target="/ppt/presentation.xml" Id="R5ba130ea2a1e4d40" /></Relationships>
</file>

<file path=ppt/presentation.xml><?xml version="1.0" encoding="utf-8"?>
<p:presentation xmlns:p="http://schemas.openxmlformats.org/presentationml/2006/main">
  <p:sldMasterIdLst>
    <p:sldMasterId xmlns:r="http://schemas.openxmlformats.org/officeDocument/2006/relationships" id="2147483648" r:id="Ref1f64ff068145f5"/>
  </p:sldMasterIdLst>
  <p:notesMasterIdLst>
    <p:notesMasterId xmlns:r="http://schemas.openxmlformats.org/officeDocument/2006/relationships" r:id="Rc667cc8a3b304035"/>
  </p:notesMasterIdLst>
  <p:sldIdLst>
    <p:sldId xmlns:r="http://schemas.openxmlformats.org/officeDocument/2006/relationships" id="256" r:id="R9a94402a511d4214"/>
    <p:sldId xmlns:r="http://schemas.openxmlformats.org/officeDocument/2006/relationships" id="257" r:id="R3e40e288300f4855"/>
    <p:sldId xmlns:r="http://schemas.openxmlformats.org/officeDocument/2006/relationships" id="258" r:id="R624a4aac66494d67"/>
    <p:sldId xmlns:r="http://schemas.openxmlformats.org/officeDocument/2006/relationships" id="259" r:id="R53a4a198b49f49bc"/>
    <p:sldId xmlns:r="http://schemas.openxmlformats.org/officeDocument/2006/relationships" id="260" r:id="R86c57e8c78a442b6"/>
    <p:sldId xmlns:r="http://schemas.openxmlformats.org/officeDocument/2006/relationships" id="261" r:id="R69b1119e6ae0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e8f5a04b5b4787" /><Relationship Type="http://schemas.openxmlformats.org/officeDocument/2006/relationships/slideMaster" Target="/ppt/slideMasters/slideMaster1.xml" Id="Ref1f64ff068145f5" /><Relationship Type="http://schemas.openxmlformats.org/officeDocument/2006/relationships/notesMaster" Target="/ppt/notesMasters/notesMaster1.xml" Id="Rc667cc8a3b304035" /><Relationship Type="http://schemas.openxmlformats.org/officeDocument/2006/relationships/presProps" Target="/ppt/presProps.xml" Id="R1769897bdcf64e3e" /><Relationship Type="http://schemas.openxmlformats.org/officeDocument/2006/relationships/tableStyles" Target="/ppt/tableStyles.xml" Id="R32a7f36c94334387" /><Relationship Type="http://schemas.openxmlformats.org/officeDocument/2006/relationships/slide" Target="/ppt/slides/slide1.xml" Id="R9a94402a511d4214" /><Relationship Type="http://schemas.openxmlformats.org/officeDocument/2006/relationships/slide" Target="/ppt/slides/slide2.xml" Id="R3e40e288300f4855" /><Relationship Type="http://schemas.openxmlformats.org/officeDocument/2006/relationships/slide" Target="/ppt/slides/slide3.xml" Id="R624a4aac66494d67" /><Relationship Type="http://schemas.openxmlformats.org/officeDocument/2006/relationships/slide" Target="/ppt/slides/slide4.xml" Id="R53a4a198b49f49bc" /><Relationship Type="http://schemas.openxmlformats.org/officeDocument/2006/relationships/slide" Target="/ppt/slides/slide5.xml" Id="R86c57e8c78a442b6" /><Relationship Type="http://schemas.openxmlformats.org/officeDocument/2006/relationships/slide" Target="/ppt/slides/slide6.xml" Id="R69b1119e6ae0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3cfa52ee9c46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24642a493b453b" /><Relationship Type="http://schemas.openxmlformats.org/officeDocument/2006/relationships/notesMaster" Target="/ppt/notesMasters/notesMaster1.xml" Id="R3221e136d6e241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8ce2c28b7c43cd" /><Relationship Type="http://schemas.openxmlformats.org/officeDocument/2006/relationships/notesMaster" Target="/ppt/notesMasters/notesMaster1.xml" Id="R83bc9ff10bbb40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08bcdc68204631" /><Relationship Type="http://schemas.openxmlformats.org/officeDocument/2006/relationships/notesMaster" Target="/ppt/notesMasters/notesMaster1.xml" Id="R05530508460841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ebb42af8e84bf7" /><Relationship Type="http://schemas.openxmlformats.org/officeDocument/2006/relationships/notesMaster" Target="/ppt/notesMasters/notesMaster1.xml" Id="R7be95e1c1189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5bf2c9f00d450b" /><Relationship Type="http://schemas.openxmlformats.org/officeDocument/2006/relationships/notesMaster" Target="/ppt/notesMasters/notesMaster1.xml" Id="R4d2480344fd443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adce4e3a614b90" /><Relationship Type="http://schemas.openxmlformats.org/officeDocument/2006/relationships/notesMaster" Target="/ppt/notesMasters/notesMaster1.xml" Id="R17f9514a686546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A constant 90 offset is consistent with perpendicular reference axes or major/minor axes but does not uniquely prove the cause.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48617464d43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8fa92500f046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56e02c9ef144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4660fd042e45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d5461eb60f49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1ab4bb7104b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079ED-17B2-4D4A-BD41-CCDFEDA308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7FE07C-5560-4130-B87D-084F1A0A75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EE57D1-354A-45E4-AD8E-FA66D971A6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64FCA-EA1D-4DC0-A138-028C9FEF9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8ACE39-4444-47B7-BF7D-1124592DEB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D7D9A0-7DEE-415A-86AB-30C6EB9355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7228FC-C2A6-41EE-8D38-0ED8C47009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620469-C436-4D08-B556-9C88294759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1485F7-A798-49D8-AED5-62A357E49B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5F2C6-40CE-4FDA-8179-30AA07DECA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8420de34a445bc" /><Relationship Type="http://schemas.openxmlformats.org/officeDocument/2006/relationships/slideLayout" Target="/ppt/slideLayouts/slideLayout1.xml" Id="R9f7f542bb39944c6" /><Relationship Type="http://schemas.openxmlformats.org/officeDocument/2006/relationships/slideLayout" Target="/ppt/slideLayouts/slideLayout2.xml" Id="Rb33925bddeb34d2e" /><Relationship Type="http://schemas.openxmlformats.org/officeDocument/2006/relationships/slideLayout" Target="/ppt/slideLayouts/slideLayout3.xml" Id="Ref225d84249d4e3c" /><Relationship Type="http://schemas.openxmlformats.org/officeDocument/2006/relationships/slideLayout" Target="/ppt/slideLayouts/slideLayout4.xml" Id="Rd2a93da17c3b45f3" /><Relationship Type="http://schemas.openxmlformats.org/officeDocument/2006/relationships/slideLayout" Target="/ppt/slideLayouts/slideLayout5.xml" Id="Rf217936b475241c8" /><Relationship Type="http://schemas.openxmlformats.org/officeDocument/2006/relationships/slideLayout" Target="/ppt/slideLayouts/slideLayout6.xml" Id="R84c7828297d941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7f542bb39944c6"/>
    <p:sldLayoutId xmlns:r="http://schemas.openxmlformats.org/officeDocument/2006/relationships" id="2147483650" r:id="Rb33925bddeb34d2e"/>
    <p:sldLayoutId xmlns:r="http://schemas.openxmlformats.org/officeDocument/2006/relationships" id="2147483651" r:id="Ref225d84249d4e3c"/>
    <p:sldLayoutId xmlns:r="http://schemas.openxmlformats.org/officeDocument/2006/relationships" id="2147483652" r:id="Rd2a93da17c3b45f3"/>
    <p:sldLayoutId xmlns:r="http://schemas.openxmlformats.org/officeDocument/2006/relationships" id="2147483653" r:id="Rf217936b475241c8"/>
    <p:sldLayoutId xmlns:r="http://schemas.openxmlformats.org/officeDocument/2006/relationships" id="2147483654" r:id="R84c7828297d941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24eecc078a4ecd" /><Relationship Type="http://schemas.openxmlformats.org/officeDocument/2006/relationships/notesSlide" Target="/ppt/notesSlides/notesSlide1.xml" Id="R23de18e4f7f549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7ddffb735c941f1" /><Relationship Type="http://schemas.openxmlformats.org/officeDocument/2006/relationships/chart" Target="/ppt/slides/charts/chart1.xml" Id="R02f4944179c04073" /><Relationship Type="http://schemas.openxmlformats.org/officeDocument/2006/relationships/notesSlide" Target="/ppt/notesSlides/notesSlide2.xml" Id="R622743a50e134b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1fd3987ec64c26" /><Relationship Type="http://schemas.openxmlformats.org/officeDocument/2006/relationships/notesSlide" Target="/ppt/notesSlides/notesSlide3.xml" Id="Rf4ad90390bb54e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e4e68666d34528" /><Relationship Type="http://schemas.openxmlformats.org/officeDocument/2006/relationships/notesSlide" Target="/ppt/notesSlides/notesSlide4.xml" Id="R07850bb0f06d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97718502e14027" /><Relationship Type="http://schemas.openxmlformats.org/officeDocument/2006/relationships/image" Target="/ppt/media/image.png" Id="Ra3280b66b66d4ea7" /><Relationship Type="http://schemas.openxmlformats.org/officeDocument/2006/relationships/notesSlide" Target="/ppt/notesSlides/notesSlide5.xml" Id="Rb49d937fac3d41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4b5304935f4b5f" /><Relationship Type="http://schemas.openxmlformats.org/officeDocument/2006/relationships/notesSlide" Target="/ppt/notesSlides/notesSlide6.xml" Id="Rabb0b1afba244abd" /></Relationships>
</file>

<file path=ppt/slides/charts/chart1.xml><?xml version="1.0" encoding="utf-8"?>
<c:chartSpace xmlns:c="http://schemas.openxmlformats.org/drawingml/2006/chart">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Lit>
              <c:ptCount val="3"/>
              <c:pt idx="0">
                <c:v>No geometry flags</c:v>
              </c:pt>
              <c:pt idx="1">
                <c:v>Flagged fit</c:v>
              </c:pt>
              <c:pt idx="2">
                <c:v>Failed fit</c:v>
              </c:pt>
            </c:strLit>
          </c:cat>
          <c:val>
            <c:numLit>
              <c:formatCode>0</c:formatCode>
              <c:ptCount val="3"/>
              <c:pt idx="0">
                <c:v>546</c:v>
              </c:pt>
              <c:pt idx="1">
                <c:v>1661</c:v>
              </c:pt>
              <c:pt idx="2">
                <c:v>570</c:v>
              </c:pt>
            </c:numLit>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53FCD2-6318-4797-8DC1-423EE06032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B12780E8-222B-4ECE-B7A1-DC19246AF8C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7F1DFDE1-C8FE-424E-A7EB-56F203D0D24C}"/>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26F05158-9673-4C2E-8FED-27A1AFEBE427}"/>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37F4987B-ADD0-478A-BB09-49392FAF3D9A}"/>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3F8B9FB5-234A-4091-B671-C5F0A1E493FA}"/>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145098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C15EA-54B2-4AD6-826D-A1E4BB90B6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72D192FF-0A97-4D49-9753-C1B64FA0F57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66680FDD-6988-4625-9524-4A8812C59DF2}"/>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02f4944179c04073"/>
          </a:graphicData>
        </a:graphic>
      </p:graphicFrame>
      <p:sp>
        <p:nvSpPr>
          <p:cNvPr id="4" name="">
            <a:extLst xmlns:a="http://schemas.openxmlformats.org/drawingml/2006/main">
              <a:ext uri="{FF2B5EF4-FFF2-40B4-BE49-F238E27FC236}">
                <a16:creationId xmlns:a16="http://schemas.microsoft.com/office/drawing/2014/main" id="{C693230C-7575-4545-92D6-0DA4A9A76CBF}"/>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1AA7A361-A250-4136-A3CD-66064AD8F8D3}"/>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17BEFC13-4B45-4937-AE82-3B077F1B58E2}"/>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33846E79-278B-47FA-8E4E-81E6E756793B}"/>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9E96CC6B-B51F-41B3-8CCB-5CD69209D8CB}"/>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8747470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1897D-E689-4CBD-AAB6-B54452DCFF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68181C9C-07F1-4736-A1FB-CF008411E0B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6FB1551F-938D-4DC9-B19A-149FEB858442}"/>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038755-F131-432D-BA5A-982EC839CCD7}"/>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86FEA06B-E7AD-42C7-8C3C-6F5C9FDF136B}"/>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3EEC2205-480C-4FAE-AE8E-8D9E1B9E3DD0}"/>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2A257929-57DE-4DB9-BAB4-006E35DE52A0}"/>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80C5352C-DAEE-4175-A954-32721D289180}"/>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6943727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381B97-CF34-4850-A1A2-596D45D48C5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F1B01F7A-5C09-4B6C-BA49-09D56F5D417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DAB140B1-73C1-46DB-9ABB-272EE4583F97}"/>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1C4D263C-D13B-419F-8D81-7CE62562C194}"/>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762895B-8BFE-4165-AEA0-209C2342131B}"/>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A22C6568-920B-4392-BF3B-F02E32CA7E8A}"/>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7648126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72A794-8BD5-4C4C-8765-162E0E95EF0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8D173A8C-16CF-4627-ADDF-7FD8D103F40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3B13B1DF-822C-4A08-9778-DFC86613DC25}"/>
              </a:ext>
            </a:extLst>
          </p:cNvPr>
          <p:cNvPicPr>
            <a:picLocks xmlns:a="http://schemas.openxmlformats.org/drawingml/2006/main" noChangeAspect="1"/>
          </p:cNvPicPr>
          <p:nvPr/>
        </p:nvPicPr>
        <p:blipFill>
          <a:blip xmlns:r="http://schemas.openxmlformats.org/officeDocument/2006/relationships" xmlns:a="http://schemas.openxmlformats.org/drawingml/2006/main" r:embed="Ra3280b66b66d4ea7"/>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5469C0-B529-4DD4-BD23-E3E421FEE189}"/>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8BFC4177-BFE0-467A-9E96-AD5D8F518EA4}"/>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7691FB3-AD41-482D-8AE4-6A79A2F606FD}"/>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A8EBA344-41A5-475C-BEA7-D80C02E709F1}"/>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8945AA9A-9B26-4B9C-8C84-09F061DDFA90}"/>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999321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D0D376-C65E-446B-9DFB-59CF4C8953A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D5E0729F-0B09-469F-92B4-551BF2183A0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6C73BD5D-D3A9-4EE0-B00E-DFF4B0F29E9E}"/>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DEB366-81AB-471C-BCCA-B51B0C190E4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F90159F5-ACB8-4D38-9A76-169B05647C91}"/>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0866EDAC-C4E6-40C8-8EB7-E7614CF34FCE}"/>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4456047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2026-10-20T09:21:18.4680000Z</dcterms:created>
  <dcterms:modified xsi:type="dcterms:W3CDTF">2026-10-20T09:21:18.4680000Z</dcterms:modified>
</coreProperties>
</file>