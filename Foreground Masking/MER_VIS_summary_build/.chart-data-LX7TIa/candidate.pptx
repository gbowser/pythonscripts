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6637b8db386466f" /><Relationship Type="http://schemas.openxmlformats.org/officeDocument/2006/relationships/extended-properties" Target="/docProps/app.xml" Id="R5954d0cbe72a4b17" /><Relationship Type="http://schemas.openxmlformats.org/officeDocument/2006/relationships/officeDocument" Target="/ppt/presentation.xml" Id="R1adb2b5867094b16" /></Relationships>
</file>

<file path=ppt/presentation.xml><?xml version="1.0" encoding="utf-8"?>
<p:presentation xmlns:p="http://schemas.openxmlformats.org/presentationml/2006/main">
  <p:sldMasterIdLst>
    <p:sldMasterId xmlns:r="http://schemas.openxmlformats.org/officeDocument/2006/relationships" id="2147483648" r:id="Rf58d9bd206c84092"/>
  </p:sldMasterIdLst>
  <p:notesMasterIdLst>
    <p:notesMasterId xmlns:r="http://schemas.openxmlformats.org/officeDocument/2006/relationships" r:id="R27a90e149a1f4ede"/>
  </p:notesMasterIdLst>
  <p:sldIdLst>
    <p:sldId xmlns:r="http://schemas.openxmlformats.org/officeDocument/2006/relationships" id="256" r:id="R52bc1c206ae64475"/>
    <p:sldId xmlns:r="http://schemas.openxmlformats.org/officeDocument/2006/relationships" id="257" r:id="Rf44a10d3c512478c"/>
    <p:sldId xmlns:r="http://schemas.openxmlformats.org/officeDocument/2006/relationships" id="258" r:id="R2b2417a6caf346da"/>
    <p:sldId xmlns:r="http://schemas.openxmlformats.org/officeDocument/2006/relationships" id="259" r:id="R045df7db6a3841fe"/>
    <p:sldId xmlns:r="http://schemas.openxmlformats.org/officeDocument/2006/relationships" id="260" r:id="R18dbacb4de3d4c31"/>
    <p:sldId xmlns:r="http://schemas.openxmlformats.org/officeDocument/2006/relationships" id="261" r:id="R32ec5b71ef1244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d7ebbd4ea54521" /><Relationship Type="http://schemas.openxmlformats.org/officeDocument/2006/relationships/slideMaster" Target="/ppt/slideMasters/slideMaster1.xml" Id="Rf58d9bd206c84092" /><Relationship Type="http://schemas.openxmlformats.org/officeDocument/2006/relationships/notesMaster" Target="/ppt/notesMasters/notesMaster1.xml" Id="R27a90e149a1f4ede" /><Relationship Type="http://schemas.openxmlformats.org/officeDocument/2006/relationships/presProps" Target="/ppt/presProps.xml" Id="R55709192d3dc409a" /><Relationship Type="http://schemas.openxmlformats.org/officeDocument/2006/relationships/tableStyles" Target="/ppt/tableStyles.xml" Id="R9981873bc6794972" /><Relationship Type="http://schemas.openxmlformats.org/officeDocument/2006/relationships/slide" Target="/ppt/slides/slide1.xml" Id="R52bc1c206ae64475" /><Relationship Type="http://schemas.openxmlformats.org/officeDocument/2006/relationships/slide" Target="/ppt/slides/slide2.xml" Id="Rf44a10d3c512478c" /><Relationship Type="http://schemas.openxmlformats.org/officeDocument/2006/relationships/slide" Target="/ppt/slides/slide3.xml" Id="R2b2417a6caf346da" /><Relationship Type="http://schemas.openxmlformats.org/officeDocument/2006/relationships/slide" Target="/ppt/slides/slide4.xml" Id="R045df7db6a3841fe" /><Relationship Type="http://schemas.openxmlformats.org/officeDocument/2006/relationships/slide" Target="/ppt/slides/slide5.xml" Id="R18dbacb4de3d4c31" /><Relationship Type="http://schemas.openxmlformats.org/officeDocument/2006/relationships/slide" Target="/ppt/slides/slide6.xml" Id="R32ec5b71ef1244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453349251d44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cbbdfd853b4745" /><Relationship Type="http://schemas.openxmlformats.org/officeDocument/2006/relationships/notesMaster" Target="/ppt/notesMasters/notesMaster1.xml" Id="R03a68960e5cd4a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01fbc183f9419f" /><Relationship Type="http://schemas.openxmlformats.org/officeDocument/2006/relationships/notesMaster" Target="/ppt/notesMasters/notesMaster1.xml" Id="Rf0e51f81e1e44b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0b0ad848944d06" /><Relationship Type="http://schemas.openxmlformats.org/officeDocument/2006/relationships/notesMaster" Target="/ppt/notesMasters/notesMaster1.xml" Id="Rfd6650c738ec42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45010be2144da4" /><Relationship Type="http://schemas.openxmlformats.org/officeDocument/2006/relationships/notesMaster" Target="/ppt/notesMasters/notesMaster1.xml" Id="Ra42ed3bbb51943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7dad04b664438b" /><Relationship Type="http://schemas.openxmlformats.org/officeDocument/2006/relationships/notesMaster" Target="/ppt/notesMasters/notesMaster1.xml" Id="Refdcb2766f1340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be26bee85d4316" /><Relationship Type="http://schemas.openxmlformats.org/officeDocument/2006/relationships/notesMaster" Target="/ppt/notesMasters/notesMaster1.xml" Id="R6ff8c70d11954c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c0ccbb6d9c46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2e23968d3846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35798c69a045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9335d87f9e42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b87066ec914a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152361c96443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2CE3DE-10B0-4F53-8923-5D19759EED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35AE73-8BDF-4EDC-9F9B-43ECBFD832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26F3A5-79EC-48F2-8934-3F085012CAB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275500-7EA9-4BA2-A529-C8E025473C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5AA8D0-A6CA-49D6-A633-795C755709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E122A1-DFF3-454B-A3C5-0FF93FC82E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E30809-98D3-4AA2-B78C-D18565FD14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7254D2-389A-4F93-8257-303461CB8D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79D5C7-7B62-429A-9EB4-A1C8AFFEBB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A41203-FE26-42EF-B1AE-9F5B11B199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ae0260aca240e8" /><Relationship Type="http://schemas.openxmlformats.org/officeDocument/2006/relationships/slideLayout" Target="/ppt/slideLayouts/slideLayout1.xml" Id="R6c2316d6cf724ca4" /><Relationship Type="http://schemas.openxmlformats.org/officeDocument/2006/relationships/slideLayout" Target="/ppt/slideLayouts/slideLayout2.xml" Id="R60e732d5815c4424" /><Relationship Type="http://schemas.openxmlformats.org/officeDocument/2006/relationships/slideLayout" Target="/ppt/slideLayouts/slideLayout3.xml" Id="Rb54932f93e654b1c" /><Relationship Type="http://schemas.openxmlformats.org/officeDocument/2006/relationships/slideLayout" Target="/ppt/slideLayouts/slideLayout4.xml" Id="R4009aee428fd4988" /><Relationship Type="http://schemas.openxmlformats.org/officeDocument/2006/relationships/slideLayout" Target="/ppt/slideLayouts/slideLayout5.xml" Id="Rd423eab26f0a456c" /><Relationship Type="http://schemas.openxmlformats.org/officeDocument/2006/relationships/slideLayout" Target="/ppt/slideLayouts/slideLayout6.xml" Id="R6e79cbea19c7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2316d6cf724ca4"/>
    <p:sldLayoutId xmlns:r="http://schemas.openxmlformats.org/officeDocument/2006/relationships" id="2147483650" r:id="R60e732d5815c4424"/>
    <p:sldLayoutId xmlns:r="http://schemas.openxmlformats.org/officeDocument/2006/relationships" id="2147483651" r:id="Rb54932f93e654b1c"/>
    <p:sldLayoutId xmlns:r="http://schemas.openxmlformats.org/officeDocument/2006/relationships" id="2147483652" r:id="R4009aee428fd4988"/>
    <p:sldLayoutId xmlns:r="http://schemas.openxmlformats.org/officeDocument/2006/relationships" id="2147483653" r:id="Rd423eab26f0a456c"/>
    <p:sldLayoutId xmlns:r="http://schemas.openxmlformats.org/officeDocument/2006/relationships" id="2147483654" r:id="R6e79cbea19c7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42fe4a3ca14df6" /><Relationship Type="http://schemas.openxmlformats.org/officeDocument/2006/relationships/notesSlide" Target="/ppt/notesSlides/notesSlide1.xml" Id="Ref35500e20734b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393a8940444d85" /><Relationship Type="http://schemas.openxmlformats.org/officeDocument/2006/relationships/chart" Target="/ppt/slides/charts/chart1.xml" Id="Rfc894d2d993d4cbe" /><Relationship Type="http://schemas.openxmlformats.org/officeDocument/2006/relationships/notesSlide" Target="/ppt/notesSlides/notesSlide2.xml" Id="Rb0404d15d0e946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6298b242f946a9" /><Relationship Type="http://schemas.openxmlformats.org/officeDocument/2006/relationships/chart" Target="/ppt/slides/charts/chart2.xml" Id="R552aced4bb1b4de0" /><Relationship Type="http://schemas.openxmlformats.org/officeDocument/2006/relationships/chart" Target="/ppt/slides/charts/chart3.xml" Id="R60ccc86524df4b1f" /><Relationship Type="http://schemas.openxmlformats.org/officeDocument/2006/relationships/notesSlide" Target="/ppt/notesSlides/notesSlide3.xml" Id="R58472c3cf3e84a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24db4355544515" /><Relationship Type="http://schemas.openxmlformats.org/officeDocument/2006/relationships/notesSlide" Target="/ppt/notesSlides/notesSlide4.xml" Id="R85a1a314356d4a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418aa2cd67427a" /><Relationship Type="http://schemas.openxmlformats.org/officeDocument/2006/relationships/image" Target="/ppt/media/image.png" Id="R1abae8fb946a4d7c" /><Relationship Type="http://schemas.openxmlformats.org/officeDocument/2006/relationships/notesSlide" Target="/ppt/notesSlides/notesSlide5.xml" Id="Rdebcc9b1e67d43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bf5604374e4567" /><Relationship Type="http://schemas.openxmlformats.org/officeDocument/2006/relationships/notesSlide" Target="/ppt/notesSlides/notesSlide6.xml" Id="Rc67408d04a064bc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Ref>
              <c:f>'Chart Data'!$A$2:$A$4</c:f>
              <c:strCache>
                <c:ptCount val="3"/>
                <c:pt idx="0">
                  <c:v>No counted flags</c:v>
                </c:pt>
                <c:pt idx="1">
                  <c:v>Flagged fit</c:v>
                </c:pt>
                <c:pt idx="2">
                  <c:v>Failed fit</c:v>
                </c:pt>
              </c:strCache>
            </c:strRef>
          </c:cat>
          <c:val>
            <c:numRef>
              <c:f>'Chart Data'!$B$2:$B$4</c:f>
              <c:numCache>
                <c:formatCode>0.0%</c:formatCode>
                <c:ptCount val="3"/>
                <c:pt idx="0">
                  <c:v>0.216421</c:v>
                </c:pt>
                <c:pt idx="1">
                  <c:v>0</c:v>
                </c:pt>
                <c:pt idx="2">
                  <c:v>0</c:v>
                </c:pt>
              </c:numCache>
            </c:numRef>
          </c:val>
        </c:ser>
        <c:ser>
          <c:idx val="1"/>
          <c:order val="1"/>
          <c:tx>
            <c:v>1 flag</c:v>
          </c:tx>
          <c:spPr>
            <a:solidFill xmlns:a="http://schemas.openxmlformats.org/drawingml/2006/main">
              <a:srgbClr val="E5BB66"/>
            </a:solidFill>
          </c:spPr>
          <c:invertIfNegative val="0"/>
          <c:cat>
            <c:strRef>
              <c:f>'Chart Data'!$C$2:$C$4</c:f>
              <c:strCache>
                <c:ptCount val="3"/>
                <c:pt idx="0">
                  <c:v>No counted flags</c:v>
                </c:pt>
                <c:pt idx="1">
                  <c:v>Flagged fit</c:v>
                </c:pt>
                <c:pt idx="2">
                  <c:v>Failed fit</c:v>
                </c:pt>
              </c:strCache>
            </c:strRef>
          </c:cat>
          <c:val>
            <c:numRef>
              <c:f>'Chart Data'!$D$2:$D$4</c:f>
              <c:numCache>
                <c:formatCode>0.0%</c:formatCode>
                <c:ptCount val="3"/>
                <c:pt idx="0">
                  <c:v>0</c:v>
                </c:pt>
                <c:pt idx="1">
                  <c:v>0.346777</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counted flags</c:v>
                </c:pt>
                <c:pt idx="1">
                  <c:v>Flagged fit</c:v>
                </c:pt>
                <c:pt idx="2">
                  <c:v>Failed fit</c:v>
                </c:pt>
              </c:strCache>
            </c:strRef>
          </c:cat>
          <c:val>
            <c:numRef>
              <c:f>'Chart Data'!$F$2:$F$4</c:f>
              <c:numCache>
                <c:formatCode>0.0%</c:formatCode>
                <c:ptCount val="3"/>
                <c:pt idx="0">
                  <c:v>0</c:v>
                </c:pt>
                <c:pt idx="1">
                  <c:v>0.167807</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counted flags</c:v>
                </c:pt>
                <c:pt idx="1">
                  <c:v>Flagged fit</c:v>
                </c:pt>
                <c:pt idx="2">
                  <c:v>Failed fit</c:v>
                </c:pt>
              </c:strCache>
            </c:strRef>
          </c:cat>
          <c:val>
            <c:numRef>
              <c:f>'Chart Data'!$H$2:$H$4</c:f>
              <c:numCache>
                <c:formatCode>0.0%</c:formatCode>
                <c:ptCount val="3"/>
                <c:pt idx="0">
                  <c:v>0</c:v>
                </c:pt>
                <c:pt idx="1">
                  <c:v>0.063378</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counted flags</c:v>
                </c:pt>
                <c:pt idx="1">
                  <c:v>Flagged fit</c:v>
                </c:pt>
                <c:pt idx="2">
                  <c:v>Failed fit</c:v>
                </c:pt>
              </c:strCache>
            </c:strRef>
          </c:cat>
          <c:val>
            <c:numRef>
              <c:f>'Chart Data'!$J$2:$J$4</c:f>
              <c:numCache>
                <c:formatCode>0.0%</c:formatCode>
                <c:ptCount val="3"/>
                <c:pt idx="0">
                  <c:v>0</c:v>
                </c:pt>
                <c:pt idx="1">
                  <c:v>0.00036</c:v>
                </c:pt>
                <c:pt idx="2">
                  <c:v>0</c:v>
                </c:pt>
              </c:numCache>
            </c:numRef>
          </c:val>
        </c:ser>
        <c:ser>
          <c:idx val="5"/>
          <c:order val="5"/>
          <c:tx>
            <c:v>Failed</c:v>
          </c:tx>
          <c:spPr>
            <a:solidFill xmlns:a="http://schemas.openxmlformats.org/drawingml/2006/main">
              <a:srgbClr val="AC4B47"/>
            </a:solidFill>
          </c:spPr>
          <c:invertIfNegative val="0"/>
          <c:cat>
            <c:strRef>
              <c:f>'Chart Data'!$K$2:$K$4</c:f>
              <c:strCache>
                <c:ptCount val="3"/>
                <c:pt idx="0">
                  <c:v>No counted flags</c:v>
                </c:pt>
                <c:pt idx="1">
                  <c:v>Flagged fit</c:v>
                </c:pt>
                <c:pt idx="2">
                  <c:v>Failed fit</c:v>
                </c:pt>
              </c:strCache>
            </c:strRef>
          </c:cat>
          <c:val>
            <c:numRef>
              <c:f>'Chart Data'!$L$2:$L$4</c:f>
              <c:numCache>
                <c:formatCode>0.0%</c:formatCode>
                <c:ptCount val="3"/>
                <c:pt idx="0">
                  <c:v>0</c:v>
                </c:pt>
                <c:pt idx="1">
                  <c:v>0</c:v>
                </c:pt>
                <c:pt idx="2">
                  <c:v>0.205258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Ref>
              <c:f>'Chart Data'!$A$2:$A$6</c:f>
              <c:strCache>
                <c:ptCount val="5"/>
                <c:pt idx="0">
                  <c:v>Small bar interval</c:v>
                </c:pt>
                <c:pt idx="1">
                  <c:v>Unstable disc PA*</c:v>
                </c:pt>
                <c:pt idx="2">
                  <c:v>Changing disc shape</c:v>
                </c:pt>
                <c:pt idx="3">
                  <c:v>Unstable bar PA</c:v>
                </c:pt>
                <c:pt idx="4">
                  <c:v>Weak bar signature</c:v>
                </c:pt>
              </c:strCache>
            </c:strRef>
          </c:cat>
          <c:val>
            <c:numRef>
              <c:f>'Chart Data'!$B$2:$B$6</c:f>
              <c:numCache>
                <c:formatCode>0.0%</c:formatCode>
                <c:ptCount val="5"/>
                <c:pt idx="0">
                  <c:v>0.548256</c:v>
                </c:pt>
                <c:pt idx="1">
                  <c:v>0.303438</c:v>
                </c:pt>
                <c:pt idx="2">
                  <c:v>0.259628</c:v>
                </c:pt>
                <c:pt idx="3">
                  <c:v>0.012687</c:v>
                </c:pt>
                <c:pt idx="4">
                  <c:v>0.003172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Ref>
              <c:f>'Chart Data'!$A$2:$A$4</c:f>
              <c:strCache>
                <c:ptCount val="3"/>
                <c:pt idx="0">
                  <c:v>Interval</c:v>
                </c:pt>
                <c:pt idx="1">
                  <c:v>Short profile</c:v>
                </c:pt>
                <c:pt idx="2">
                  <c:v>Centre</c:v>
                </c:pt>
              </c:strCache>
            </c:strRef>
          </c:cat>
          <c:val>
            <c:numRef>
              <c:f>'Chart Data'!$B$2:$B$4</c:f>
              <c:numCache>
                <c:formatCode>0.0%</c:formatCode>
                <c:ptCount val="3"/>
                <c:pt idx="0">
                  <c:v>0.75614</c:v>
                </c:pt>
                <c:pt idx="1">
                  <c:v>0.242105</c:v>
                </c:pt>
                <c:pt idx="2">
                  <c:v>0.001754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D6BA8C-E45E-4115-AD5C-6B0B380CF47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0387462D-ECC8-48E2-A7DF-72F0256AB478}"/>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C4F8D8E9-A647-4529-9D19-3A2761A1708D}"/>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9341E3F7-766E-4051-90B5-8E4AEB79EE76}"/>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180575A6-6D5D-4451-827B-CDF416247EE7}"/>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F535B715-C4B5-4E67-BAEC-7BAC01C4170A}"/>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7595448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7D1A9D-FAC0-41DD-8D91-783CD3FF37E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DEF71C35-D4D2-4348-B6C3-17461D0A75E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sp>
        <p:nvSpPr>
          <p:cNvPr id="3" name="">
            <a:extLst xmlns:a="http://schemas.openxmlformats.org/drawingml/2006/main">
              <a:ext uri="{FF2B5EF4-FFF2-40B4-BE49-F238E27FC236}">
                <a16:creationId xmlns:a16="http://schemas.microsoft.com/office/drawing/2014/main" id="{9336A92F-6D6E-4EC1-B9DD-CD21F6BAE26A}"/>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393307EC-AAEB-4AD7-B2AD-231D7D65E0EA}"/>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fc894d2d993d4cbe"/>
          </a:graphicData>
        </a:graphic>
      </p:graphicFrame>
      <p:sp>
        <p:nvSpPr>
          <p:cNvPr id="5" name="">
            <a:extLst xmlns:a="http://schemas.openxmlformats.org/drawingml/2006/main">
              <a:ext uri="{FF2B5EF4-FFF2-40B4-BE49-F238E27FC236}">
                <a16:creationId xmlns:a16="http://schemas.microsoft.com/office/drawing/2014/main" id="{2A7B07B4-D378-4F8A-A840-241B9224B891}"/>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02ED8E28-4009-4FE8-ABB8-EA5467F43813}"/>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7C125F1E-53AC-4B60-A11E-27E1036BDDF5}"/>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C475F159-451E-4627-A872-AED740F44A33}"/>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0BA4589D-8DD3-4FA4-8E6B-3F8125E92509}"/>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(0.0%)</a:t>
            </a:r>
          </a:p>
        </p:txBody>
      </p:sp>
      <p:sp>
        <p:nvSpPr>
          <p:cNvPr id="10" name="">
            <a:extLst xmlns:a="http://schemas.openxmlformats.org/drawingml/2006/main">
              <a:ext uri="{FF2B5EF4-FFF2-40B4-BE49-F238E27FC236}">
                <a16:creationId xmlns:a16="http://schemas.microsoft.com/office/drawing/2014/main" id="{BF216C2C-E556-499F-AB00-56430F994F4C}"/>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0CADBA52-2029-4622-9C2E-175F2E0F3D8B}"/>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18581605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DDB313-30A3-426B-9E59-7F46AD005B6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4252A08D-98ED-4C21-AB1E-1BD3C4141C0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sp>
        <p:nvSpPr>
          <p:cNvPr id="3" name="">
            <a:extLst xmlns:a="http://schemas.openxmlformats.org/drawingml/2006/main">
              <a:ext uri="{FF2B5EF4-FFF2-40B4-BE49-F238E27FC236}">
                <a16:creationId xmlns:a16="http://schemas.microsoft.com/office/drawing/2014/main" id="{A5E8FD73-878F-4939-B4D1-FB0C384738FA}"/>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8F1B88DA-3492-4A64-BC34-8FC5E160B592}"/>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552aced4bb1b4de0"/>
          </a:graphicData>
        </a:graphic>
      </p:graphicFrame>
      <p:sp>
        <p:nvSpPr>
          <p:cNvPr id="5" name="">
            <a:extLst xmlns:a="http://schemas.openxmlformats.org/drawingml/2006/main">
              <a:ext uri="{FF2B5EF4-FFF2-40B4-BE49-F238E27FC236}">
                <a16:creationId xmlns:a16="http://schemas.microsoft.com/office/drawing/2014/main" id="{F69D18E0-CED8-416D-8034-2FECBF450D71}"/>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0A685EF7-85C8-4422-9DA7-472BCA09CC72}"/>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AA41E96F-60E5-4030-8A37-B9ECCF8651F7}"/>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60ccc86524df4b1f"/>
          </a:graphicData>
        </a:graphic>
      </p:graphicFrame>
      <p:sp>
        <p:nvSpPr>
          <p:cNvPr id="8" name="">
            <a:extLst xmlns:a="http://schemas.openxmlformats.org/drawingml/2006/main">
              <a:ext uri="{FF2B5EF4-FFF2-40B4-BE49-F238E27FC236}">
                <a16:creationId xmlns:a16="http://schemas.microsoft.com/office/drawing/2014/main" id="{0B535B33-EFA0-4D1D-9CB0-CC404E4487C6}"/>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9CF1EEF0-48EF-4DFC-8E78-F92D33E9E52D}"/>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19270324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8CE7BB-4C42-48B4-96B7-34EEE217E38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9EA9F06B-CBF8-4514-80BD-FA38D3BC8AC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8026A743-098A-4298-A023-30BDA9D89CAA}"/>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AA5D10C3-500B-4147-90C2-6ADFB9E347D3}"/>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A53142C-8369-4187-A900-D645BFEF8E35}"/>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441FD80F-B5E9-4C67-B349-A37B1A103054}"/>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5369009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55A806-864B-4849-8135-7EF0F3A5729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68C0D3A9-118B-4338-B1D0-6A6A5592CFF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04DD39BC-0062-4D00-ABF5-7A4CF8D212BD}"/>
              </a:ext>
            </a:extLst>
          </p:cNvPr>
          <p:cNvPicPr>
            <a:picLocks xmlns:a="http://schemas.openxmlformats.org/drawingml/2006/main" noChangeAspect="1"/>
          </p:cNvPicPr>
          <p:nvPr/>
        </p:nvPicPr>
        <p:blipFill>
          <a:blip xmlns:r="http://schemas.openxmlformats.org/officeDocument/2006/relationships" xmlns:a="http://schemas.openxmlformats.org/drawingml/2006/main" r:embed="R1abae8fb946a4d7c"/>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25B424-8CBF-44DB-BBAF-2986E2591D3E}"/>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CC56BEE1-89C1-4A7F-923C-88BA8E50EEAF}"/>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B3F8DA20-D16E-47FA-9934-87EA17DA6B9F}"/>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393B0527-ABDA-497C-94E0-8B72B195722E}"/>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94CBA6F4-AC98-44E8-8DD0-06B48C938D3B}"/>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20563326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11230D-6412-4A37-8AC8-D1FF520FB22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970A89F3-5D2A-4731-B3F5-70351870D16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E07893FC-363F-40E4-BE4B-014FDADBBB1E}"/>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07A4225-45D6-4DC3-BFAF-51469EB2CE3D}"/>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79BA7FC5-3F3D-44D5-8A7C-D541DB827C9C}"/>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553E29C2-A8E4-4D4E-A6D4-3952567F127F}"/>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301163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2026-10-20T13:01:24.7910000Z</dcterms:created>
  <dcterms:modified xsi:type="dcterms:W3CDTF">2026-10-20T13:01:24.7910000Z</dcterms:modified>
</coreProperties>
</file>