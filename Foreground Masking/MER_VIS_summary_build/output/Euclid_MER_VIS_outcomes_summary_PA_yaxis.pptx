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4144dd9d2fa450c" /><Relationship Type="http://schemas.openxmlformats.org/officeDocument/2006/relationships/extended-properties" Target="/docProps/app.xml" Id="Rdd00cb98b4c54eca" /><Relationship Type="http://schemas.openxmlformats.org/officeDocument/2006/relationships/officeDocument" Target="/ppt/presentation.xml" Id="R124cb17d43834645" /></Relationships>
</file>

<file path=ppt/presentation.xml><?xml version="1.0" encoding="utf-8"?>
<p:presentation xmlns:p="http://schemas.openxmlformats.org/presentationml/2006/main">
  <p:sldMasterIdLst>
    <p:sldMasterId xmlns:r="http://schemas.openxmlformats.org/officeDocument/2006/relationships" id="2147483648" r:id="R8b46f1edd0f047f0"/>
  </p:sldMasterIdLst>
  <p:notesMasterIdLst>
    <p:notesMasterId xmlns:r="http://schemas.openxmlformats.org/officeDocument/2006/relationships" r:id="Rb2f8e4f95119455c"/>
  </p:notesMasterIdLst>
  <p:sldIdLst>
    <p:sldId xmlns:r="http://schemas.openxmlformats.org/officeDocument/2006/relationships" id="256" r:id="Rd2601f855cf44be7"/>
    <p:sldId xmlns:r="http://schemas.openxmlformats.org/officeDocument/2006/relationships" id="257" r:id="Rbb0d527684494e92"/>
    <p:sldId xmlns:r="http://schemas.openxmlformats.org/officeDocument/2006/relationships" id="258" r:id="Rc2ee4a87028847f7"/>
    <p:sldId xmlns:r="http://schemas.openxmlformats.org/officeDocument/2006/relationships" id="259" r:id="R144a65c5eacf41fe"/>
    <p:sldId xmlns:r="http://schemas.openxmlformats.org/officeDocument/2006/relationships" id="260" r:id="Rbc6d24f29336469e"/>
    <p:sldId xmlns:r="http://schemas.openxmlformats.org/officeDocument/2006/relationships" id="261" r:id="Rfe6a0c5b92d149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ae02e30b504843" /><Relationship Type="http://schemas.openxmlformats.org/officeDocument/2006/relationships/slideMaster" Target="/ppt/slideMasters/slideMaster1.xml" Id="R8b46f1edd0f047f0" /><Relationship Type="http://schemas.openxmlformats.org/officeDocument/2006/relationships/notesMaster" Target="/ppt/notesMasters/notesMaster1.xml" Id="Rb2f8e4f95119455c" /><Relationship Type="http://schemas.openxmlformats.org/officeDocument/2006/relationships/presProps" Target="/ppt/presProps.xml" Id="Rd383469a18204498" /><Relationship Type="http://schemas.openxmlformats.org/officeDocument/2006/relationships/tableStyles" Target="/ppt/tableStyles.xml" Id="R28e9215fa04d42cb" /><Relationship Type="http://schemas.openxmlformats.org/officeDocument/2006/relationships/slide" Target="/ppt/slides/slide1.xml" Id="Rd2601f855cf44be7" /><Relationship Type="http://schemas.openxmlformats.org/officeDocument/2006/relationships/slide" Target="/ppt/slides/slide2.xml" Id="Rbb0d527684494e92" /><Relationship Type="http://schemas.openxmlformats.org/officeDocument/2006/relationships/slide" Target="/ppt/slides/slide3.xml" Id="Rc2ee4a87028847f7" /><Relationship Type="http://schemas.openxmlformats.org/officeDocument/2006/relationships/slide" Target="/ppt/slides/slide4.xml" Id="R144a65c5eacf41fe" /><Relationship Type="http://schemas.openxmlformats.org/officeDocument/2006/relationships/slide" Target="/ppt/slides/slide5.xml" Id="Rbc6d24f29336469e" /><Relationship Type="http://schemas.openxmlformats.org/officeDocument/2006/relationships/slide" Target="/ppt/slides/slide6.xml" Id="Rfe6a0c5b92d149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9d7ea8662d4e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d1f444e7584f95" /><Relationship Type="http://schemas.openxmlformats.org/officeDocument/2006/relationships/notesMaster" Target="/ppt/notesMasters/notesMaster1.xml" Id="Rb6d69fafa93447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5cdb90b50a41fc" /><Relationship Type="http://schemas.openxmlformats.org/officeDocument/2006/relationships/notesMaster" Target="/ppt/notesMasters/notesMaster1.xml" Id="R2a4f67c6695041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1e356408b443d6" /><Relationship Type="http://schemas.openxmlformats.org/officeDocument/2006/relationships/notesMaster" Target="/ppt/notesMasters/notesMaster1.xml" Id="R98f96ed294e04a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fa23ad292048a1" /><Relationship Type="http://schemas.openxmlformats.org/officeDocument/2006/relationships/notesMaster" Target="/ppt/notesMasters/notesMaster1.xml" Id="Rdc28a96520f141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5f327c3b0445a1" /><Relationship Type="http://schemas.openxmlformats.org/officeDocument/2006/relationships/notesMaster" Target="/ppt/notesMasters/notesMaster1.xml" Id="Ra8c92ba2380642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1b38dbf7f847d4" /><Relationship Type="http://schemas.openxmlformats.org/officeDocument/2006/relationships/notesMaster" Target="/ppt/notesMasters/notesMaster1.xml" Id="R476e80fc479b4c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84f2b094b24d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d8c9a99e5040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73d0677c7c4b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1fd547b8343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e894e0469f48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862204eb944a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E8BE55-4F67-4057-A56D-549BFEBEB1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457148-180D-4F1E-B591-D28529F92F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D7D532-A4EC-4EEC-A0E5-3FD892F3CF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5D171-11CC-4AD5-9009-DD99ACE0B7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F92C86-0A4E-471B-895E-4F84D37E361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F35548-83DC-4BD9-A847-7F023D2CDB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BF4FCD-A272-4F7E-B5AF-458473327C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3A9E28-18EC-4D21-A900-72336404EE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5D48AE-0EFE-4AFA-9165-6CF3D746CF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1AA78B-D017-4B2E-B1F0-D957CF8869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04fc32e674776" /><Relationship Type="http://schemas.openxmlformats.org/officeDocument/2006/relationships/slideLayout" Target="/ppt/slideLayouts/slideLayout1.xml" Id="R903716b71ca74b8e" /><Relationship Type="http://schemas.openxmlformats.org/officeDocument/2006/relationships/slideLayout" Target="/ppt/slideLayouts/slideLayout2.xml" Id="R39460533a329483a" /><Relationship Type="http://schemas.openxmlformats.org/officeDocument/2006/relationships/slideLayout" Target="/ppt/slideLayouts/slideLayout3.xml" Id="R79593fff4eea4c06" /><Relationship Type="http://schemas.openxmlformats.org/officeDocument/2006/relationships/slideLayout" Target="/ppt/slideLayouts/slideLayout4.xml" Id="R2ad2e4db7fb04baf" /><Relationship Type="http://schemas.openxmlformats.org/officeDocument/2006/relationships/slideLayout" Target="/ppt/slideLayouts/slideLayout5.xml" Id="Rba295124c29e4ea7" /><Relationship Type="http://schemas.openxmlformats.org/officeDocument/2006/relationships/slideLayout" Target="/ppt/slideLayouts/slideLayout6.xml" Id="R532759f4a36149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3716b71ca74b8e"/>
    <p:sldLayoutId xmlns:r="http://schemas.openxmlformats.org/officeDocument/2006/relationships" id="2147483650" r:id="R39460533a329483a"/>
    <p:sldLayoutId xmlns:r="http://schemas.openxmlformats.org/officeDocument/2006/relationships" id="2147483651" r:id="R79593fff4eea4c06"/>
    <p:sldLayoutId xmlns:r="http://schemas.openxmlformats.org/officeDocument/2006/relationships" id="2147483652" r:id="R2ad2e4db7fb04baf"/>
    <p:sldLayoutId xmlns:r="http://schemas.openxmlformats.org/officeDocument/2006/relationships" id="2147483653" r:id="Rba295124c29e4ea7"/>
    <p:sldLayoutId xmlns:r="http://schemas.openxmlformats.org/officeDocument/2006/relationships" id="2147483654" r:id="R532759f4a36149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df1015ffb247e6" /><Relationship Type="http://schemas.openxmlformats.org/officeDocument/2006/relationships/notesSlide" Target="/ppt/notesSlides/notesSlide1.xml" Id="Rdedcf172588c47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f378c543024ba8" /><Relationship Type="http://schemas.openxmlformats.org/officeDocument/2006/relationships/chart" Target="/ppt/slides/charts/chart1.xml" Id="Rac488761a8434a9b" /><Relationship Type="http://schemas.openxmlformats.org/officeDocument/2006/relationships/notesSlide" Target="/ppt/notesSlides/notesSlide2.xml" Id="R40e6384f703a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938a5346104970" /><Relationship Type="http://schemas.openxmlformats.org/officeDocument/2006/relationships/notesSlide" Target="/ppt/notesSlides/notesSlide3.xml" Id="Re396fe83ffb847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6eb49cdf704875" /><Relationship Type="http://schemas.openxmlformats.org/officeDocument/2006/relationships/notesSlide" Target="/ppt/notesSlides/notesSlide4.xml" Id="R8f17c0f12e0847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f938b2ac61464d" /><Relationship Type="http://schemas.openxmlformats.org/officeDocument/2006/relationships/image" Target="/ppt/media/image.png" Id="R8728b2d25ce24aae" /><Relationship Type="http://schemas.openxmlformats.org/officeDocument/2006/relationships/notesSlide" Target="/ppt/notesSlides/notesSlide5.xml" Id="R7214a2ebc00646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a3a11300d841c1" /><Relationship Type="http://schemas.openxmlformats.org/officeDocument/2006/relationships/notesSlide" Target="/ppt/notesSlides/notesSlide6.xml" Id="Re249dcc536504c8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092371-104E-4D8E-9782-0BE8D958919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AF2B3033-59B1-44EF-A60A-7193ACF7EC6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4676CE56-A543-46D2-9338-7492AE8B0A1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B5DE2846-998E-499D-B604-15F8A08A9E6A}"/>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14E046CC-12FD-4330-B5F8-CE5D77E8C5D2}"/>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F47D1848-CA61-4804-B39B-0182B586FA5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21265911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D1F6BB-94DD-4512-A1C0-6C637E8FF91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63365C3F-1F40-4B34-8024-1935FDA461E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A835D0A0-1103-4B6D-8FF5-6146592F92F9}"/>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ac488761a8434a9b"/>
          </a:graphicData>
        </a:graphic>
      </p:graphicFrame>
      <p:sp>
        <p:nvSpPr>
          <p:cNvPr id="4" name="">
            <a:extLst xmlns:a="http://schemas.openxmlformats.org/drawingml/2006/main">
              <a:ext uri="{FF2B5EF4-FFF2-40B4-BE49-F238E27FC236}">
                <a16:creationId xmlns:a16="http://schemas.microsoft.com/office/drawing/2014/main" id="{39B18D0C-D2C0-44E0-BF29-DA62CEDD5E61}"/>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77E665A0-E796-41FA-872B-FA708B44A6B0}"/>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4227232D-2FEC-4525-BDA1-6674FD6A83CD}"/>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A73615D5-3853-477F-957A-208B98713195}"/>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50403592-7CC2-41B4-B59D-7828E6811BD5}"/>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492465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97A8F0-8D64-4AE7-AA85-89CD1B05619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5B3DC466-3FA2-453F-A607-5302BBD85DEC}"/>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0270D605-BC57-444E-9059-9B64EBB8DC88}"/>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D1268DB-2C4A-42F9-A9E5-15D4F79129F0}"/>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FACD6447-9679-4D76-A011-546D51398242}"/>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7700AFA2-A731-498B-B1B7-F1A18B294BC1}"/>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5941BA81-8D5B-4BE4-99C2-EE796DD18886}"/>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F7197702-07BF-41F3-8DB0-9870B9668B9C}"/>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1366937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385382-8A22-4615-A562-0B84F55F54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18095585-BF3D-41B8-9413-3B61D6569ADB}"/>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DC6E86B8-5A6C-4F8F-BAE1-A255D35D3F57}"/>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ADA830B7-D3C0-45D8-A1DB-A8F31108878A}"/>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5708C93-B60C-4DED-A556-7B6B691B19FB}"/>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E2CDC6A7-7A55-4C95-92DF-EF8CC5C6DD90}"/>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3001220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F15766-1657-4D6F-9050-6FB2698B095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88C13868-1CEC-423B-9AC7-B0D1F7645588}"/>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33C5048A-1806-45ED-B49E-B0EF08A60FB6}"/>
              </a:ext>
            </a:extLst>
          </p:cNvPr>
          <p:cNvPicPr>
            <a:picLocks xmlns:a="http://schemas.openxmlformats.org/drawingml/2006/main" noChangeAspect="1"/>
          </p:cNvPicPr>
          <p:nvPr/>
        </p:nvPicPr>
        <p:blipFill>
          <a:blip xmlns:r="http://schemas.openxmlformats.org/officeDocument/2006/relationships" xmlns:a="http://schemas.openxmlformats.org/drawingml/2006/main" r:embed="R8728b2d25ce24aae"/>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5A86C8-526B-4F9F-BDBD-570546D91CF2}"/>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3CABE07B-3B27-4410-AB24-0CC102B423AD}"/>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A4D6907-E866-4D03-8FE2-856B518D6701}"/>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6D943281-3275-4DA9-96B7-52AADCFFCDAC}"/>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9125F317-32C1-4117-A272-56F72606B6CC}"/>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6084196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D8E0E8-D55A-471F-8D81-4ADD013C281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84C2AE73-225F-40E9-B5BA-777E226F098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899F926A-7DF5-449A-9A02-D2030ACDAB09}"/>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20C53AC-F8C9-437F-B0AF-84957265B9CB}"/>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4EA85AA-B742-496F-922F-0A0B41E5D823}"/>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45E0515D-6A1E-43D8-A478-142A4AFF9C92}"/>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951460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2026-10-20T12:39:58.9150000Z</dcterms:created>
  <dcterms:modified xsi:type="dcterms:W3CDTF">2026-10-20T12:39:58.9150000Z</dcterms:modified>
</coreProperties>
</file>