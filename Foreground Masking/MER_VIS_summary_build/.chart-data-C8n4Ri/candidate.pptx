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50fdd6e00f84605" /><Relationship Type="http://schemas.openxmlformats.org/officeDocument/2006/relationships/extended-properties" Target="/docProps/app.xml" Id="Rb59469db4f524394" /><Relationship Type="http://schemas.openxmlformats.org/officeDocument/2006/relationships/officeDocument" Target="/ppt/presentation.xml" Id="Rb52ea0d58ef54bfa" /></Relationships>
</file>

<file path=ppt/presentation.xml><?xml version="1.0" encoding="utf-8"?>
<p:presentation xmlns:p="http://schemas.openxmlformats.org/presentationml/2006/main">
  <p:sldMasterIdLst>
    <p:sldMasterId xmlns:r="http://schemas.openxmlformats.org/officeDocument/2006/relationships" id="2147483648" r:id="R32d744d60e214f50"/>
  </p:sldMasterIdLst>
  <p:notesMasterIdLst>
    <p:notesMasterId xmlns:r="http://schemas.openxmlformats.org/officeDocument/2006/relationships" r:id="Rb779625605464047"/>
  </p:notesMasterIdLst>
  <p:sldIdLst>
    <p:sldId xmlns:r="http://schemas.openxmlformats.org/officeDocument/2006/relationships" id="256" r:id="R403058fae41a4645"/>
    <p:sldId xmlns:r="http://schemas.openxmlformats.org/officeDocument/2006/relationships" id="257" r:id="R8fc748123a4f4757"/>
    <p:sldId xmlns:r="http://schemas.openxmlformats.org/officeDocument/2006/relationships" id="258" r:id="Rd5c3003a8dd4420f"/>
    <p:sldId xmlns:r="http://schemas.openxmlformats.org/officeDocument/2006/relationships" id="259" r:id="Rdba4f83cd6e0491d"/>
    <p:sldId xmlns:r="http://schemas.openxmlformats.org/officeDocument/2006/relationships" id="260" r:id="R7f7d3b5683e541a4"/>
    <p:sldId xmlns:r="http://schemas.openxmlformats.org/officeDocument/2006/relationships" id="261" r:id="R41caf9a531a343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b27022c04b4d41" /><Relationship Type="http://schemas.openxmlformats.org/officeDocument/2006/relationships/slideMaster" Target="/ppt/slideMasters/slideMaster1.xml" Id="R32d744d60e214f50" /><Relationship Type="http://schemas.openxmlformats.org/officeDocument/2006/relationships/notesMaster" Target="/ppt/notesMasters/notesMaster1.xml" Id="Rb779625605464047" /><Relationship Type="http://schemas.openxmlformats.org/officeDocument/2006/relationships/presProps" Target="/ppt/presProps.xml" Id="R6fa310b0201947f5" /><Relationship Type="http://schemas.openxmlformats.org/officeDocument/2006/relationships/tableStyles" Target="/ppt/tableStyles.xml" Id="Raa6510e4bcd54faa" /><Relationship Type="http://schemas.openxmlformats.org/officeDocument/2006/relationships/slide" Target="/ppt/slides/slide1.xml" Id="R403058fae41a4645" /><Relationship Type="http://schemas.openxmlformats.org/officeDocument/2006/relationships/slide" Target="/ppt/slides/slide2.xml" Id="R8fc748123a4f4757" /><Relationship Type="http://schemas.openxmlformats.org/officeDocument/2006/relationships/slide" Target="/ppt/slides/slide3.xml" Id="Rd5c3003a8dd4420f" /><Relationship Type="http://schemas.openxmlformats.org/officeDocument/2006/relationships/slide" Target="/ppt/slides/slide4.xml" Id="Rdba4f83cd6e0491d" /><Relationship Type="http://schemas.openxmlformats.org/officeDocument/2006/relationships/slide" Target="/ppt/slides/slide5.xml" Id="R7f7d3b5683e541a4" /><Relationship Type="http://schemas.openxmlformats.org/officeDocument/2006/relationships/slide" Target="/ppt/slides/slide6.xml" Id="R41caf9a531a343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3502774da344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796082a5e743ab" /><Relationship Type="http://schemas.openxmlformats.org/officeDocument/2006/relationships/notesMaster" Target="/ppt/notesMasters/notesMaster1.xml" Id="R40f0874eae2d41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5b077fa4864746" /><Relationship Type="http://schemas.openxmlformats.org/officeDocument/2006/relationships/notesMaster" Target="/ppt/notesMasters/notesMaster1.xml" Id="R5868f314c1d343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ae5ed992ab49e1" /><Relationship Type="http://schemas.openxmlformats.org/officeDocument/2006/relationships/notesMaster" Target="/ppt/notesMasters/notesMaster1.xml" Id="R7a5385d94d0a49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baca329db84b59" /><Relationship Type="http://schemas.openxmlformats.org/officeDocument/2006/relationships/notesMaster" Target="/ppt/notesMasters/notesMaster1.xml" Id="Rebba0a8030a94d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135d0d4664ac2" /><Relationship Type="http://schemas.openxmlformats.org/officeDocument/2006/relationships/notesMaster" Target="/ppt/notesMasters/notesMaster1.xml" Id="R05e8e627c90f4a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9cfff84a774ff7" /><Relationship Type="http://schemas.openxmlformats.org/officeDocument/2006/relationships/notesMaster" Target="/ppt/notesMasters/notesMaster1.xml" Id="R9ec212d903924a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The +90-degree adjustment is the adopted project rule for the current Q1 sample.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799270d09845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7921da4a6f4e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cb9204fd9348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21fd86d46949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6dc671b6e54d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a679fc0c5245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CB808C-8BB8-4132-B23B-E4A433C7BA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607BCA-F45F-4BEA-8EDF-1F5A28C925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FB9396-D064-4EC2-8428-67050D5011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6056CE-17FB-4B13-ADEC-70AEDED025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20DE20-53F9-4CD2-A2F2-4E95784573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B6F1EB-6D5B-4FCD-863F-6C802A74CC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DDCCB3-5710-4306-9937-D128C0B379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7C270C-BED4-49B7-8284-9B9775E003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007890-EAE9-452F-A405-F83798DD2F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379B11-2C01-4EC7-9E92-8300489690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a105d04fd64cfd" /><Relationship Type="http://schemas.openxmlformats.org/officeDocument/2006/relationships/slideLayout" Target="/ppt/slideLayouts/slideLayout1.xml" Id="R5cabb85de88e4de1" /><Relationship Type="http://schemas.openxmlformats.org/officeDocument/2006/relationships/slideLayout" Target="/ppt/slideLayouts/slideLayout2.xml" Id="Rc81078607a3d45c2" /><Relationship Type="http://schemas.openxmlformats.org/officeDocument/2006/relationships/slideLayout" Target="/ppt/slideLayouts/slideLayout3.xml" Id="R8fc3f8719e034952" /><Relationship Type="http://schemas.openxmlformats.org/officeDocument/2006/relationships/slideLayout" Target="/ppt/slideLayouts/slideLayout4.xml" Id="R821dd948597b44ac" /><Relationship Type="http://schemas.openxmlformats.org/officeDocument/2006/relationships/slideLayout" Target="/ppt/slideLayouts/slideLayout5.xml" Id="R15d38ea49f7e45ad" /><Relationship Type="http://schemas.openxmlformats.org/officeDocument/2006/relationships/slideLayout" Target="/ppt/slideLayouts/slideLayout6.xml" Id="Rf4f1c3c4fb4146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abb85de88e4de1"/>
    <p:sldLayoutId xmlns:r="http://schemas.openxmlformats.org/officeDocument/2006/relationships" id="2147483650" r:id="Rc81078607a3d45c2"/>
    <p:sldLayoutId xmlns:r="http://schemas.openxmlformats.org/officeDocument/2006/relationships" id="2147483651" r:id="R8fc3f8719e034952"/>
    <p:sldLayoutId xmlns:r="http://schemas.openxmlformats.org/officeDocument/2006/relationships" id="2147483652" r:id="R821dd948597b44ac"/>
    <p:sldLayoutId xmlns:r="http://schemas.openxmlformats.org/officeDocument/2006/relationships" id="2147483653" r:id="R15d38ea49f7e45ad"/>
    <p:sldLayoutId xmlns:r="http://schemas.openxmlformats.org/officeDocument/2006/relationships" id="2147483654" r:id="Rf4f1c3c4fb4146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213421184744f2" /><Relationship Type="http://schemas.openxmlformats.org/officeDocument/2006/relationships/notesSlide" Target="/ppt/notesSlides/notesSlide1.xml" Id="R1eb49a21145b45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42ba46727147de" /><Relationship Type="http://schemas.openxmlformats.org/officeDocument/2006/relationships/chart" Target="/ppt/slides/charts/chart1.xml" Id="R6d33ebe08a464ea3" /><Relationship Type="http://schemas.openxmlformats.org/officeDocument/2006/relationships/notesSlide" Target="/ppt/notesSlides/notesSlide2.xml" Id="R5c698b51a11940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f9d99818874721" /><Relationship Type="http://schemas.openxmlformats.org/officeDocument/2006/relationships/notesSlide" Target="/ppt/notesSlides/notesSlide3.xml" Id="Rf41d096c41ab4a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6ff9399a534072" /><Relationship Type="http://schemas.openxmlformats.org/officeDocument/2006/relationships/notesSlide" Target="/ppt/notesSlides/notesSlide4.xml" Id="Ra44dbcd7bb2e44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67a0260f6d4483" /><Relationship Type="http://schemas.openxmlformats.org/officeDocument/2006/relationships/image" Target="/ppt/media/image.png" Id="Rb39e0baa63964543" /><Relationship Type="http://schemas.openxmlformats.org/officeDocument/2006/relationships/notesSlide" Target="/ppt/notesSlides/notesSlide5.xml" Id="R407e6d0a22a747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4c2aec8e1e43c1" /><Relationship Type="http://schemas.openxmlformats.org/officeDocument/2006/relationships/notesSlide" Target="/ppt/notesSlides/notesSlide6.xml" Id="R0b0ea1ef0c8a4e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Ref>
              <c:f>'Chart Data'!$A$2:$A$4</c:f>
              <c:strCache>
                <c:ptCount val="3"/>
                <c:pt idx="0">
                  <c:v>No geometry flags</c:v>
                </c:pt>
                <c:pt idx="1">
                  <c:v>Flagged fit</c:v>
                </c:pt>
                <c:pt idx="2">
                  <c:v>Failed fit</c:v>
                </c:pt>
              </c:strCache>
            </c:strRef>
          </c:cat>
          <c:val>
            <c:numRef>
              <c:f>'Chart Data'!$B$2:$B$4</c:f>
              <c:numCache>
                <c:formatCode>0</c:formatCode>
                <c:ptCount val="3"/>
                <c:pt idx="0">
                  <c:v>546</c:v>
                </c:pt>
                <c:pt idx="1">
                  <c:v>1661</c:v>
                </c:pt>
                <c:pt idx="2">
                  <c:v>570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D97D72-E0B9-40E9-892E-E2860B0D4CD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7FB8BFB2-1AAB-4181-A830-45CB8FDFCA5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0EE7AC2D-6B61-4D52-9EFF-D3412852B8C5}"/>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3F385379-8937-4186-9F39-4696D81F6CAD}"/>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9614F2D1-C612-40DE-9926-3828BFFC7518}"/>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EF8627E1-C912-4482-B935-3CA24D9DC5C7}"/>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19 October 2026</a:t>
            </a:r>
          </a:p>
        </p:txBody>
      </p:sp>
    </p:spTree>
    <p:extLst>
      <p:ext uri="{BB962C8B-B14F-4D97-AF65-F5344CB8AC3E}">
        <p14:creationId xmlns:p14="http://schemas.microsoft.com/office/powerpoint/2010/main" val="17590109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2A26F9-EB6B-43E6-8837-CC70C48A57C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2917DE78-8BB9-467E-BC72-A2C3FC17302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673C5EF7-28C8-4325-BB91-88D22699FB44}"/>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6d33ebe08a464ea3"/>
          </a:graphicData>
        </a:graphic>
      </p:graphicFrame>
      <p:sp>
        <p:nvSpPr>
          <p:cNvPr id="4" name="">
            <a:extLst xmlns:a="http://schemas.openxmlformats.org/drawingml/2006/main">
              <a:ext uri="{FF2B5EF4-FFF2-40B4-BE49-F238E27FC236}">
                <a16:creationId xmlns:a16="http://schemas.microsoft.com/office/drawing/2014/main" id="{B994DAE6-55A6-4CE7-91F2-85D25182A410}"/>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8500618B-FEC9-4118-B2E1-189298BF168C}"/>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956534D8-D30A-40FA-842F-9D0508C0A9B4}"/>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6A184FA1-2144-40AD-9220-59F57054599E}"/>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B565DA70-3FAE-4AE9-B310-E19A322275B6}"/>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9102038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5626FB-FEA4-46BB-A0B2-CC4E1B37B9D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D3551648-12A6-4042-8E71-207C16BA2C9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0D6E869F-39D2-413C-81F6-367564E53865}"/>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543EE83-89CB-435E-A0D3-91EDEF36D507}"/>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A1788E04-1108-4093-8344-7E0F8DA4D846}"/>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424922E1-8929-4FB7-909A-24EADABFFCBD}"/>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C6BD2421-2E07-4FF0-A855-D1587CB28034}"/>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0CFDE44F-5609-4557-9E41-831363F6D311}"/>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4167932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D9CC2A-7622-4204-B01C-54D00B53A5E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416B0B28-3DF1-42A2-AA53-370D0A4A506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57EC8048-5D68-42AA-BC20-A2C69322090B}"/>
              </a:ext>
            </a:extLst>
          </p:cNvPr>
          <p:cNvSpPr>
            <a:spLocks xmlns:a="http://schemas.openxmlformats.org/drawingml/2006/main" noGrp="1"/>
          </p:cNvSpPr>
          <p:nvPr/>
        </p:nvSpPr>
        <p:spPr>
          <a:xfrm xmlns:a="http://schemas.openxmlformats.org/drawingml/2006/main">
            <a:off x="609600" y="13906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Adopted rule: adjusted Euclid sky PA = (converted PA + 90°) mod 180°</a:t>
            </a:r>
          </a:p>
        </p:txBody>
      </p:sp>
      <p:graphicFrame>
        <p:nvGraphicFramePr>
          <p:cNvPr id="4" name="">
            <a:extLst xmlns:a="http://schemas.openxmlformats.org/drawingml/2006/main">
              <a:ext uri="{FF2B5EF4-FFF2-40B4-BE49-F238E27FC236}">
                <a16:creationId xmlns:a16="http://schemas.microsoft.com/office/drawing/2014/main" id="{F361E870-E498-49FA-AD53-3B4EC73B4005}"/>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8487B0A-6D45-4D61-B9CC-467541CCEA97}"/>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828A5782-7475-4DB9-8CFC-8A24046CC29F}"/>
              </a:ext>
            </a:extLst>
          </p:cNvPr>
          <p:cNvSpPr>
            <a:spLocks xmlns:a="http://schemas.openxmlformats.org/drawingml/2006/main" noGrp="1"/>
          </p:cNvSpPr>
          <p:nvPr/>
        </p:nvSpPr>
        <p:spPr>
          <a:xfrm xmlns:a="http://schemas.openxmlformats.org/drawingml/2006/main">
            <a:off x="609600" y="583882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Euclid shapes describe whole-object light. No independent Euclid bar PA is available.</a:t>
            </a:r>
          </a:p>
        </p:txBody>
      </p:sp>
    </p:spTree>
    <p:extLst>
      <p:ext uri="{BB962C8B-B14F-4D97-AF65-F5344CB8AC3E}">
        <p14:creationId xmlns:p14="http://schemas.microsoft.com/office/powerpoint/2010/main" val="7136570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B6CD3B-88F3-4CB5-A190-F6BB60F419E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6F9B947C-24DD-4267-AA25-1153E171B49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805DAAAF-59D9-43FF-9FBF-383F76E55D61}"/>
              </a:ext>
            </a:extLst>
          </p:cNvPr>
          <p:cNvPicPr>
            <a:picLocks xmlns:a="http://schemas.openxmlformats.org/drawingml/2006/main" noChangeAspect="1"/>
          </p:cNvPicPr>
          <p:nvPr/>
        </p:nvPicPr>
        <p:blipFill>
          <a:blip xmlns:r="http://schemas.openxmlformats.org/officeDocument/2006/relationships" xmlns:a="http://schemas.openxmlformats.org/drawingml/2006/main" r:embed="Rb39e0baa63964543"/>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E91851-2B25-4B06-A0D6-7396EEBA69C3}"/>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E68A2886-A487-4790-81EA-019ED4E3FD8E}"/>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526B9956-2B1C-4B80-98D5-136C0499B173}"/>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E3906822-E52D-4106-BA0D-028F646ABCF1}"/>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840989E4-52D8-4350-9E40-6939AD6DA86A}"/>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5876680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48FA70-12CA-4219-909C-DCFA96B8813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2C71B6CC-08E3-4C67-BF8C-D8D4CB23289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3C531F64-653D-40D6-B775-95DBC4DB3C88}"/>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E0B7F17-2C48-49AE-8C43-7025AB3E0FAF}"/>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B6BB29E9-723C-4BAD-AA35-A3C74ECDE47E}"/>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E59250A8-DADC-4EFE-810B-74303D100B10}"/>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558669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2026-10-19T18:17:26.7460000Z</dcterms:created>
  <dcterms:modified xsi:type="dcterms:W3CDTF">2026-10-19T18:17:26.7460000Z</dcterms:modified>
</coreProperties>
</file>