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642ba30e334a56" /><Relationship Type="http://schemas.openxmlformats.org/officeDocument/2006/relationships/extended-properties" Target="/docProps/app.xml" Id="Rc6bcd973016848ef" /><Relationship Type="http://schemas.openxmlformats.org/officeDocument/2006/relationships/officeDocument" Target="/ppt/presentation.xml" Id="R0591f926b151464d" /></Relationships>
</file>

<file path=ppt/presentation.xml><?xml version="1.0" encoding="utf-8"?>
<p:presentation xmlns:p="http://schemas.openxmlformats.org/presentationml/2006/main">
  <p:sldMasterIdLst>
    <p:sldMasterId xmlns:r="http://schemas.openxmlformats.org/officeDocument/2006/relationships" id="2147483648" r:id="R41cf8f4ac9fc460c"/>
  </p:sldMasterIdLst>
  <p:notesMasterIdLst>
    <p:notesMasterId xmlns:r="http://schemas.openxmlformats.org/officeDocument/2006/relationships" r:id="Rd6887cf859354162"/>
  </p:notesMasterIdLst>
  <p:sldIdLst>
    <p:sldId xmlns:r="http://schemas.openxmlformats.org/officeDocument/2006/relationships" id="256" r:id="Ra8d7fae25e974eb3"/>
    <p:sldId xmlns:r="http://schemas.openxmlformats.org/officeDocument/2006/relationships" id="257" r:id="Rf41c7adece5f4c37"/>
    <p:sldId xmlns:r="http://schemas.openxmlformats.org/officeDocument/2006/relationships" id="258" r:id="Rd77b4a7f9ffe4821"/>
    <p:sldId xmlns:r="http://schemas.openxmlformats.org/officeDocument/2006/relationships" id="259" r:id="Ree67f2660eb44769"/>
    <p:sldId xmlns:r="http://schemas.openxmlformats.org/officeDocument/2006/relationships" id="260" r:id="R22a17c0c564f4f2a"/>
    <p:sldId xmlns:r="http://schemas.openxmlformats.org/officeDocument/2006/relationships" id="261" r:id="R87ca8350de4447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0b27346c664959" /><Relationship Type="http://schemas.openxmlformats.org/officeDocument/2006/relationships/slideMaster" Target="/ppt/slideMasters/slideMaster1.xml" Id="R41cf8f4ac9fc460c" /><Relationship Type="http://schemas.openxmlformats.org/officeDocument/2006/relationships/notesMaster" Target="/ppt/notesMasters/notesMaster1.xml" Id="Rd6887cf859354162" /><Relationship Type="http://schemas.openxmlformats.org/officeDocument/2006/relationships/presProps" Target="/ppt/presProps.xml" Id="R992b81016b7b4d94" /><Relationship Type="http://schemas.openxmlformats.org/officeDocument/2006/relationships/tableStyles" Target="/ppt/tableStyles.xml" Id="R5afe7ebae4bd4131" /><Relationship Type="http://schemas.openxmlformats.org/officeDocument/2006/relationships/slide" Target="/ppt/slides/slide1.xml" Id="Ra8d7fae25e974eb3" /><Relationship Type="http://schemas.openxmlformats.org/officeDocument/2006/relationships/slide" Target="/ppt/slides/slide2.xml" Id="Rf41c7adece5f4c37" /><Relationship Type="http://schemas.openxmlformats.org/officeDocument/2006/relationships/slide" Target="/ppt/slides/slide3.xml" Id="Rd77b4a7f9ffe4821" /><Relationship Type="http://schemas.openxmlformats.org/officeDocument/2006/relationships/slide" Target="/ppt/slides/slide4.xml" Id="Ree67f2660eb44769" /><Relationship Type="http://schemas.openxmlformats.org/officeDocument/2006/relationships/slide" Target="/ppt/slides/slide5.xml" Id="R22a17c0c564f4f2a" /><Relationship Type="http://schemas.openxmlformats.org/officeDocument/2006/relationships/slide" Target="/ppt/slides/slide6.xml" Id="R87ca8350de4447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8e0469b2c648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d7af55a9b840b5" /><Relationship Type="http://schemas.openxmlformats.org/officeDocument/2006/relationships/notesMaster" Target="/ppt/notesMasters/notesMaster1.xml" Id="Ra0a95ef89d0f4a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40e1e82fec4c72" /><Relationship Type="http://schemas.openxmlformats.org/officeDocument/2006/relationships/notesMaster" Target="/ppt/notesMasters/notesMaster1.xml" Id="Rdd703e68b38644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3840b9d2f8437b" /><Relationship Type="http://schemas.openxmlformats.org/officeDocument/2006/relationships/notesMaster" Target="/ppt/notesMasters/notesMaster1.xml" Id="R1c9f947f517446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bb9b901d7043bb" /><Relationship Type="http://schemas.openxmlformats.org/officeDocument/2006/relationships/notesMaster" Target="/ppt/notesMasters/notesMaster1.xml" Id="R08677eda500249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d75a14e70b4ae9" /><Relationship Type="http://schemas.openxmlformats.org/officeDocument/2006/relationships/notesMaster" Target="/ppt/notesMasters/notesMaster1.xml" Id="R102f0dbb1e0845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799fe0346c4143" /><Relationship Type="http://schemas.openxmlformats.org/officeDocument/2006/relationships/notesMaster" Target="/ppt/notesMasters/notesMaster1.xml" Id="Rb1093bf6969d41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A constant 90 offset is consistent with perpendicular reference axes or major/minor axes but does not uniquely prove the cause.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c85bd6cc0441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62a21834ef45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a2ed219a294f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7d5212ff7b4a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fae10faf0841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e20220364345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D542D4-52C4-47AF-BDAB-21F3534BEB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9179B7-0734-431E-8D9C-6EA74552D1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48AB37-968B-4516-96C7-01D5453293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A964AD-17F7-4FF1-9003-9A5F2B7C9C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571637-7014-4221-B007-73E0C267C0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045DE1-D01F-4188-B03F-6D7FBAD7EB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2993C2-0847-459F-93AB-EF4E2DDD85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640F26-4E83-4F61-863F-D3A2816990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4B131-CF2E-4C3D-8E3A-DCD300AE72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D24481-ABA2-423C-8F50-25D7F9F6F9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ed86683f654b6f" /><Relationship Type="http://schemas.openxmlformats.org/officeDocument/2006/relationships/slideLayout" Target="/ppt/slideLayouts/slideLayout1.xml" Id="Re813f7eef79a447c" /><Relationship Type="http://schemas.openxmlformats.org/officeDocument/2006/relationships/slideLayout" Target="/ppt/slideLayouts/slideLayout2.xml" Id="R4227f0b5899a4ac2" /><Relationship Type="http://schemas.openxmlformats.org/officeDocument/2006/relationships/slideLayout" Target="/ppt/slideLayouts/slideLayout3.xml" Id="R9039a7f4ac0d444c" /><Relationship Type="http://schemas.openxmlformats.org/officeDocument/2006/relationships/slideLayout" Target="/ppt/slideLayouts/slideLayout4.xml" Id="R207ef880394c414a" /><Relationship Type="http://schemas.openxmlformats.org/officeDocument/2006/relationships/slideLayout" Target="/ppt/slideLayouts/slideLayout5.xml" Id="Ra79f3c54b2994f1a" /><Relationship Type="http://schemas.openxmlformats.org/officeDocument/2006/relationships/slideLayout" Target="/ppt/slideLayouts/slideLayout6.xml" Id="Rb99b83d06cde4b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3f7eef79a447c"/>
    <p:sldLayoutId xmlns:r="http://schemas.openxmlformats.org/officeDocument/2006/relationships" id="2147483650" r:id="R4227f0b5899a4ac2"/>
    <p:sldLayoutId xmlns:r="http://schemas.openxmlformats.org/officeDocument/2006/relationships" id="2147483651" r:id="R9039a7f4ac0d444c"/>
    <p:sldLayoutId xmlns:r="http://schemas.openxmlformats.org/officeDocument/2006/relationships" id="2147483652" r:id="R207ef880394c414a"/>
    <p:sldLayoutId xmlns:r="http://schemas.openxmlformats.org/officeDocument/2006/relationships" id="2147483653" r:id="Ra79f3c54b2994f1a"/>
    <p:sldLayoutId xmlns:r="http://schemas.openxmlformats.org/officeDocument/2006/relationships" id="2147483654" r:id="Rb99b83d06cde4b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f128f2aac14d1a" /><Relationship Type="http://schemas.openxmlformats.org/officeDocument/2006/relationships/notesSlide" Target="/ppt/notesSlides/notesSlide1.xml" Id="R99205d96ee11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0955f2065549df" /><Relationship Type="http://schemas.openxmlformats.org/officeDocument/2006/relationships/chart" Target="/ppt/slides/charts/chart1.xml" Id="R294397711f764683" /><Relationship Type="http://schemas.openxmlformats.org/officeDocument/2006/relationships/notesSlide" Target="/ppt/notesSlides/notesSlide2.xml" Id="Rb45ea3dabf7940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0d8f908ea040dd" /><Relationship Type="http://schemas.openxmlformats.org/officeDocument/2006/relationships/notesSlide" Target="/ppt/notesSlides/notesSlide3.xml" Id="Rc41e7e9f87fb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5b3c519315492f" /><Relationship Type="http://schemas.openxmlformats.org/officeDocument/2006/relationships/notesSlide" Target="/ppt/notesSlides/notesSlide4.xml" Id="R438457f62e614c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99f40fadfe4be5" /><Relationship Type="http://schemas.openxmlformats.org/officeDocument/2006/relationships/image" Target="/ppt/media/image.png" Id="R73af387597574320" /><Relationship Type="http://schemas.openxmlformats.org/officeDocument/2006/relationships/notesSlide" Target="/ppt/notesSlides/notesSlide5.xml" Id="R7a82b3e34cc943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205f1f0c384611" /><Relationship Type="http://schemas.openxmlformats.org/officeDocument/2006/relationships/notesSlide" Target="/ppt/notesSlides/notesSlide6.xml" Id="R6cfde5b07f034ae2" /></Relationships>
</file>

<file path=ppt/slides/charts/chart1.xml><?xml version="1.0" encoding="utf-8"?>
<c:chartSpace xmlns:c="http://schemas.openxmlformats.org/drawingml/2006/chart">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Lit>
              <c:ptCount val="3"/>
              <c:pt idx="0">
                <c:v>No geometry flags</c:v>
              </c:pt>
              <c:pt idx="1">
                <c:v>Flagged fit</c:v>
              </c:pt>
              <c:pt idx="2">
                <c:v>Failed fit</c:v>
              </c:pt>
            </c:strLit>
          </c:cat>
          <c:val>
            <c:numLit>
              <c:formatCode>0</c:formatCode>
              <c:ptCount val="3"/>
              <c:pt idx="0">
                <c:v>546</c:v>
              </c:pt>
              <c:pt idx="1">
                <c:v>1661</c:v>
              </c:pt>
              <c:pt idx="2">
                <c:v>570</c:v>
              </c:pt>
            </c:numLit>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3E4EA3-D296-423C-8BF3-13EA8D91AE6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E9960305-C1B5-442E-808A-C3C070F1F98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F4D24FD9-8DFE-4F40-809E-EDD6D71550C4}"/>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9FD3DF31-422F-4A2E-9BE6-02EAB9DE7D29}"/>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9F90DE43-6CD0-4CE9-9F94-52AFE05D1624}"/>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5158FDB2-AE34-48A7-9369-9A23528A4210}"/>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2097000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85F98A-C128-4FDE-8019-5F9C23E6332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209C9907-803B-45DD-945B-E71A2F92BF4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AB076A70-3203-4889-B8AB-503E6AEE5DAF}"/>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294397711f764683"/>
          </a:graphicData>
        </a:graphic>
      </p:graphicFrame>
      <p:sp>
        <p:nvSpPr>
          <p:cNvPr id="4" name="">
            <a:extLst xmlns:a="http://schemas.openxmlformats.org/drawingml/2006/main">
              <a:ext uri="{FF2B5EF4-FFF2-40B4-BE49-F238E27FC236}">
                <a16:creationId xmlns:a16="http://schemas.microsoft.com/office/drawing/2014/main" id="{8BD77B31-2477-4EAA-AEA1-C70469A9823C}"/>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86907A3F-EED6-4ED5-8285-A82F04DFD399}"/>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0271C1E3-10E5-4191-93B2-B1D0CA7512A1}"/>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4DBCC9DE-506C-444C-9455-4A534EF4DE10}"/>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4F99AA81-2C1E-4765-871B-298515CE9A30}"/>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71906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1D393B-EB34-4E98-A881-C49B001CF8B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6CD20AC1-0DF6-4C7C-AF44-149BEE7F763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561277DB-2AC4-44F5-9EA4-BBC9BD37FB10}"/>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43D2C2D-35EC-4F48-AF00-CF935BB4F0A0}"/>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BE6EBD0B-B713-4E88-9978-130CD9BC9118}"/>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6DDED417-A29A-4161-9821-BFFEBDDC819A}"/>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0E97BC63-60ED-4933-9020-8FDA5B3B481D}"/>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EE82962D-5699-4BFB-9C58-3B67BDE41041}"/>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2632752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4B7FF8-CDF1-44D7-A5E7-7322FA5F54A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A6F0BEDF-FF53-4FD3-94C0-F2415542006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EFB6BFA9-019C-4D10-9368-7BFAD6AE643D}"/>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307371C9-F439-4822-BA73-AC5EE06931E5}"/>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78A223-790B-4E9C-B09A-BD6E0A18F388}"/>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BDF5695-58DD-4F24-8C48-1F3A9624CF2F}"/>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4830626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C90ED0-9881-44DD-A456-B52BEA702E7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15C3B05E-F0E2-4249-B5FA-67CCF52C653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7358FCCE-3E4F-42A7-AF02-48BCB6CF90A7}"/>
              </a:ext>
            </a:extLst>
          </p:cNvPr>
          <p:cNvPicPr>
            <a:picLocks xmlns:a="http://schemas.openxmlformats.org/drawingml/2006/main" noChangeAspect="1"/>
          </p:cNvPicPr>
          <p:nvPr/>
        </p:nvPicPr>
        <p:blipFill>
          <a:blip xmlns:r="http://schemas.openxmlformats.org/officeDocument/2006/relationships" xmlns:a="http://schemas.openxmlformats.org/drawingml/2006/main" r:embed="R73af387597574320"/>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0C1F0F-B142-4BF0-9C88-6231F5EC5882}"/>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4018EA1A-8FC0-45C9-9D50-24DA0CD09C5F}"/>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1F4A138D-A19D-4068-A08B-ACF36339088C}"/>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B4CA814C-D433-4692-9D33-886F0E860B30}"/>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4ACBF3AD-2845-4F44-BD84-1AA5490B9A47}"/>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6777365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0F8359-2E6A-4C3E-A904-818DAE29906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647524EE-E513-415D-B458-1EC29ACBFA1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7C5A92B1-E3F4-4D99-9B13-3C5FFF285FD0}"/>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965071-9A7D-4D53-A287-1BCBA074632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E0B7D124-29C5-478C-AA2A-3BA96C9D0A1E}"/>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95185609-F9FE-49DC-8828-3E9D63525811}"/>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34562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2026-10-20T09:20:59.3180000Z</dcterms:created>
  <dcterms:modified xsi:type="dcterms:W3CDTF">2026-10-20T09:20:59.3190000Z</dcterms:modified>
</coreProperties>
</file>